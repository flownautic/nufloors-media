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0287000" cy="1285875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ZONE_header_band"/>
          <p:cNvSpPr/>
          <p:nvPr/>
        </p:nvSpPr>
        <p:spPr>
          <a:xfrm>
            <a:off x="0" y="0"/>
            <a:ext cx="10287000" cy="2857500"/>
          </a:xfrm>
          <a:prstGeom prst="rect">
            <a:avLst/>
          </a:prstGeom>
          <a:solidFill>
            <a:srgbClr val="0014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ZONE_headline"/>
          <p:cNvSpPr txBox="1"/>
          <p:nvPr/>
        </p:nvSpPr>
        <p:spPr>
          <a:xfrm>
            <a:off x="762000" y="571500"/>
            <a:ext cx="8763000" cy="1714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5400" b="1">
                <a:solidFill>
                  <a:srgbClr val="FFFFFF"/>
                </a:solidFill>
                <a:latin typeface="Montserrat"/>
              </a:rPr>
              <a:t>MARTIN &amp; CO</a:t>
            </a:r>
          </a:p>
          <a:p>
            <a:pPr algn="l"/>
            <a:r>
              <a:rPr sz="5400" b="1">
                <a:solidFill>
                  <a:srgbClr val="FFFFFF"/>
                </a:solidFill>
                <a:latin typeface="Montserrat"/>
              </a:rPr>
              <a:t>EXCLUSIVE PRICING</a:t>
            </a:r>
          </a:p>
        </p:txBody>
      </p:sp>
      <p:sp>
        <p:nvSpPr>
          <p:cNvPr id="4" name="ZONE_subheadline"/>
          <p:cNvSpPr txBox="1"/>
          <p:nvPr/>
        </p:nvSpPr>
        <p:spPr>
          <a:xfrm>
            <a:off x="762000" y="3429000"/>
            <a:ext cx="8763000" cy="8572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0">
                <a:solidFill>
                  <a:srgbClr val="1A1A1A"/>
                </a:solidFill>
                <a:latin typeface="Montserrat"/>
              </a:rPr>
              <a:t>Three floors, one price you will not see again this year.</a:t>
            </a:r>
          </a:p>
        </p:txBody>
      </p:sp>
      <p:sp>
        <p:nvSpPr>
          <p:cNvPr id="5" name="ZONE_products"/>
          <p:cNvSpPr txBox="1"/>
          <p:nvPr/>
        </p:nvSpPr>
        <p:spPr>
          <a:xfrm>
            <a:off x="762000" y="4762500"/>
            <a:ext cx="8763000" cy="2857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200" b="1">
                <a:solidFill>
                  <a:srgbClr val="1A1A1A"/>
                </a:solidFill>
                <a:latin typeface="Montserrat"/>
              </a:rPr>
              <a:t>Trailwood            $3.69/sq. ft.</a:t>
            </a:r>
          </a:p>
          <a:p>
            <a:pPr algn="l"/>
            <a:r>
              <a:rPr sz="3200" b="1">
                <a:solidFill>
                  <a:srgbClr val="1A1A1A"/>
                </a:solidFill>
                <a:latin typeface="Montserrat"/>
              </a:rPr>
              <a:t>Colossus             $4.49/sq. ft.</a:t>
            </a:r>
          </a:p>
          <a:p>
            <a:pPr algn="l"/>
            <a:r>
              <a:rPr sz="3200" b="1">
                <a:solidFill>
                  <a:srgbClr val="1A1A1A"/>
                </a:solidFill>
                <a:latin typeface="Montserrat"/>
              </a:rPr>
              <a:t>Provincial Plank     $4.49/sq. ft.</a:t>
            </a:r>
          </a:p>
        </p:txBody>
      </p:sp>
      <p:sp>
        <p:nvSpPr>
          <p:cNvPr id="6" name="ZONE_cta_block"/>
          <p:cNvSpPr/>
          <p:nvPr/>
        </p:nvSpPr>
        <p:spPr>
          <a:xfrm>
            <a:off x="762000" y="10287000"/>
            <a:ext cx="8763000" cy="1428750"/>
          </a:xfrm>
          <a:prstGeom prst="roundRect">
            <a:avLst/>
          </a:prstGeom>
          <a:solidFill>
            <a:srgbClr val="B38F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3600" b="1">
                <a:solidFill>
                  <a:srgbClr val="FFFFFF"/>
                </a:solidFill>
                <a:latin typeface="Montserrat"/>
              </a:rPr>
              <a:t>Visit us in Langley</a:t>
            </a:r>
          </a:p>
        </p:txBody>
      </p:sp>
      <p:sp>
        <p:nvSpPr>
          <p:cNvPr id="7" name="ZONE_fineprint"/>
          <p:cNvSpPr txBox="1"/>
          <p:nvPr/>
        </p:nvSpPr>
        <p:spPr>
          <a:xfrm>
            <a:off x="762000" y="12001500"/>
            <a:ext cx="8763000" cy="4762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0">
                <a:solidFill>
                  <a:srgbClr val="1A1A1A"/>
                </a:solidFill>
                <a:latin typeface="Montserrat"/>
              </a:rPr>
              <a:t>Nufloors Langley  |  Sale ends 2026-10-31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