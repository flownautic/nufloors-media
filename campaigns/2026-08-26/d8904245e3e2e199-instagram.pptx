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ONE_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ONE_band"/>
          <p:cNvSpPr/>
          <p:nvPr/>
        </p:nvSpPr>
        <p:spPr>
          <a:xfrm>
            <a:off x="0" y="0"/>
            <a:ext cx="10287000" cy="3120390"/>
          </a:xfrm>
          <a:prstGeom prst="rect">
            <a:avLst/>
          </a:prstGeom>
          <a:solidFill>
            <a:srgbClr val="24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ZONE_cta_block"/>
          <p:cNvSpPr/>
          <p:nvPr/>
        </p:nvSpPr>
        <p:spPr>
          <a:xfrm>
            <a:off x="1234439" y="9533413"/>
            <a:ext cx="7818119" cy="1162843"/>
          </a:xfrm>
          <a:prstGeom prst="roundRect">
            <a:avLst/>
          </a:prstGeom>
          <a:solidFill>
            <a:srgbClr val="24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ONE_headline"/>
          <p:cNvSpPr txBox="1"/>
          <p:nvPr/>
        </p:nvSpPr>
        <p:spPr>
          <a:xfrm>
            <a:off x="1234439" y="771525"/>
            <a:ext cx="7818119" cy="1577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ontserrat"/>
              </a:rPr>
              <a:t>Fall Floors, Better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Montserrat"/>
              </a:rPr>
              <a:t>Value</a:t>
            </a:r>
          </a:p>
        </p:txBody>
      </p:sp>
      <p:sp>
        <p:nvSpPr>
          <p:cNvPr id="6" name="ZONE_fineprint"/>
          <p:cNvSpPr txBox="1"/>
          <p:nvPr/>
        </p:nvSpPr>
        <p:spPr>
          <a:xfrm>
            <a:off x="1234439" y="11082020"/>
            <a:ext cx="7818119" cy="233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3666A"/>
                </a:solidFill>
                <a:latin typeface="Montserrat"/>
              </a:rPr>
              <a:t>Nufloors Langley | Langley, BC | Ends 2026-11-30</a:t>
            </a:r>
          </a:p>
        </p:txBody>
      </p:sp>
      <p:sp>
        <p:nvSpPr>
          <p:cNvPr id="7" name="ZONE_cta"/>
          <p:cNvSpPr txBox="1"/>
          <p:nvPr/>
        </p:nvSpPr>
        <p:spPr>
          <a:xfrm>
            <a:off x="1234439" y="9533413"/>
            <a:ext cx="7818119" cy="11628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Visit Nufloors Langley to shop the Fall Flooring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Event.</a:t>
            </a:r>
          </a:p>
        </p:txBody>
      </p:sp>
      <p:sp>
        <p:nvSpPr>
          <p:cNvPr id="8" name="ZONE_subheadline"/>
          <p:cNvSpPr txBox="1"/>
          <p:nvPr/>
        </p:nvSpPr>
        <p:spPr>
          <a:xfrm>
            <a:off x="1234439" y="5092065"/>
            <a:ext cx="7818119" cy="7594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4135F"/>
                </a:solidFill>
                <a:latin typeface="Montserrat"/>
              </a:rPr>
              <a:t>Find the look you love for less and give your</a:t>
            </a:r>
          </a:p>
          <a:p>
            <a:pPr algn="l"/>
            <a:r>
              <a:rPr sz="2600" b="0">
                <a:solidFill>
                  <a:srgbClr val="24135F"/>
                </a:solidFill>
                <a:latin typeface="Montserrat"/>
              </a:rPr>
              <a:t>home a fresh start this season.</a:t>
            </a:r>
          </a:p>
        </p:txBody>
      </p:sp>
      <p:sp>
        <p:nvSpPr>
          <p:cNvPr id="9" name="ZONE_product_0_name"/>
          <p:cNvSpPr txBox="1"/>
          <p:nvPr/>
        </p:nvSpPr>
        <p:spPr>
          <a:xfrm>
            <a:off x="1234439" y="6430168"/>
            <a:ext cx="4847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4135F"/>
                </a:solidFill>
                <a:latin typeface="Montserrat"/>
              </a:rPr>
              <a:t>Trailwood</a:t>
            </a:r>
          </a:p>
        </p:txBody>
      </p:sp>
      <p:sp>
        <p:nvSpPr>
          <p:cNvPr id="10" name="ZONE_product_0_price"/>
          <p:cNvSpPr txBox="1"/>
          <p:nvPr/>
        </p:nvSpPr>
        <p:spPr>
          <a:xfrm>
            <a:off x="6238036" y="6430168"/>
            <a:ext cx="2814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24135F"/>
                </a:solidFill>
                <a:latin typeface="Montserrat"/>
              </a:rPr>
              <a:t>$3.69/sq. ft.</a:t>
            </a:r>
          </a:p>
        </p:txBody>
      </p:sp>
      <p:sp>
        <p:nvSpPr>
          <p:cNvPr id="11" name="ZONE_product_1_name"/>
          <p:cNvSpPr txBox="1"/>
          <p:nvPr/>
        </p:nvSpPr>
        <p:spPr>
          <a:xfrm>
            <a:off x="1234439" y="6978808"/>
            <a:ext cx="4847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4135F"/>
                </a:solidFill>
                <a:latin typeface="Montserrat"/>
              </a:rPr>
              <a:t>Colossus</a:t>
            </a:r>
          </a:p>
        </p:txBody>
      </p:sp>
      <p:sp>
        <p:nvSpPr>
          <p:cNvPr id="12" name="ZONE_product_1_price"/>
          <p:cNvSpPr txBox="1"/>
          <p:nvPr/>
        </p:nvSpPr>
        <p:spPr>
          <a:xfrm>
            <a:off x="6238036" y="6978808"/>
            <a:ext cx="2814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24135F"/>
                </a:solidFill>
                <a:latin typeface="Montserrat"/>
              </a:rPr>
              <a:t>$4.49/sq. ft.</a:t>
            </a:r>
          </a:p>
        </p:txBody>
      </p:sp>
      <p:sp>
        <p:nvSpPr>
          <p:cNvPr id="13" name="ZONE_product_2_name"/>
          <p:cNvSpPr txBox="1"/>
          <p:nvPr/>
        </p:nvSpPr>
        <p:spPr>
          <a:xfrm>
            <a:off x="1234439" y="7527448"/>
            <a:ext cx="48472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4135F"/>
                </a:solidFill>
                <a:latin typeface="Montserrat"/>
              </a:rPr>
              <a:t>Provincial Plank</a:t>
            </a:r>
          </a:p>
        </p:txBody>
      </p:sp>
      <p:sp>
        <p:nvSpPr>
          <p:cNvPr id="14" name="ZONE_product_2_price"/>
          <p:cNvSpPr txBox="1"/>
          <p:nvPr/>
        </p:nvSpPr>
        <p:spPr>
          <a:xfrm>
            <a:off x="6238036" y="7527448"/>
            <a:ext cx="2814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>
                <a:solidFill>
                  <a:srgbClr val="24135F"/>
                </a:solidFill>
                <a:latin typeface="Montserrat"/>
              </a:rPr>
              <a:t>$4.49/sq. 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