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ONE_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ONE_band"/>
          <p:cNvSpPr/>
          <p:nvPr/>
        </p:nvSpPr>
        <p:spPr>
          <a:xfrm>
            <a:off x="0" y="3343275"/>
            <a:ext cx="10287000" cy="2256282"/>
          </a:xfrm>
          <a:prstGeom prst="rect">
            <a:avLst/>
          </a:prstGeom>
          <a:solidFill>
            <a:srgbClr val="CC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ZONE_cta_block"/>
          <p:cNvSpPr/>
          <p:nvPr/>
        </p:nvSpPr>
        <p:spPr>
          <a:xfrm>
            <a:off x="1234439" y="8884602"/>
            <a:ext cx="7818119" cy="1065847"/>
          </a:xfrm>
          <a:prstGeom prst="roundRect">
            <a:avLst/>
          </a:prstGeom>
          <a:solidFill>
            <a:srgbClr val="CC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ZONE_photo" descr="809e4b6e74e9b21abd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3343275"/>
          </a:xfrm>
          <a:prstGeom prst="rect">
            <a:avLst/>
          </a:prstGeom>
        </p:spPr>
      </p:pic>
      <p:pic>
        <p:nvPicPr>
          <p:cNvPr id="6" name="ZONE_logo" descr="logo-out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258" y="10233342"/>
            <a:ext cx="1844483" cy="617219"/>
          </a:xfrm>
          <a:prstGeom prst="rect">
            <a:avLst/>
          </a:prstGeom>
        </p:spPr>
      </p:pic>
      <p:sp>
        <p:nvSpPr>
          <p:cNvPr id="7" name="ZONE_headline"/>
          <p:cNvSpPr txBox="1"/>
          <p:nvPr/>
        </p:nvSpPr>
        <p:spPr>
          <a:xfrm>
            <a:off x="1234439" y="3682746"/>
            <a:ext cx="7818119" cy="1577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000000"/>
                </a:solidFill>
                <a:latin typeface="Montserrat"/>
              </a:rPr>
              <a:t>Clearance Prices,</a:t>
            </a:r>
          </a:p>
          <a:p>
            <a:pPr algn="l"/>
            <a:r>
              <a:rPr sz="5400" b="1">
                <a:solidFill>
                  <a:srgbClr val="000000"/>
                </a:solidFill>
                <a:latin typeface="Montserrat"/>
              </a:rPr>
              <a:t>While They Last</a:t>
            </a:r>
          </a:p>
        </p:txBody>
      </p:sp>
      <p:sp>
        <p:nvSpPr>
          <p:cNvPr id="8" name="ZONE_fineprint"/>
          <p:cNvSpPr txBox="1"/>
          <p:nvPr/>
        </p:nvSpPr>
        <p:spPr>
          <a:xfrm>
            <a:off x="1234439" y="11082020"/>
            <a:ext cx="7818119" cy="233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A9C9E"/>
                </a:solidFill>
                <a:latin typeface="Montserrat"/>
              </a:rPr>
              <a:t>Nufloors Langley Outlet | Langley, BC | Ends 2026-09-30</a:t>
            </a:r>
          </a:p>
        </p:txBody>
      </p:sp>
      <p:sp>
        <p:nvSpPr>
          <p:cNvPr id="9" name="ZONE_cta"/>
          <p:cNvSpPr txBox="1"/>
          <p:nvPr/>
        </p:nvSpPr>
        <p:spPr>
          <a:xfrm>
            <a:off x="1234439" y="8884602"/>
            <a:ext cx="7818119" cy="10658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000000"/>
                </a:solidFill>
                <a:latin typeface="Montserrat"/>
              </a:rPr>
              <a:t>Get in before it sells out</a:t>
            </a:r>
          </a:p>
        </p:txBody>
      </p:sp>
      <p:sp>
        <p:nvSpPr>
          <p:cNvPr id="10" name="ZONE_subheadline"/>
          <p:cNvSpPr txBox="1"/>
          <p:nvPr/>
        </p:nvSpPr>
        <p:spPr>
          <a:xfrm>
            <a:off x="1234439" y="6022514"/>
            <a:ext cx="7818119" cy="3797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Montserrat"/>
              </a:rPr>
              <a:t>Cash and carry. When it is gone, it is gone.</a:t>
            </a:r>
          </a:p>
        </p:txBody>
      </p:sp>
      <p:sp>
        <p:nvSpPr>
          <p:cNvPr id="11" name="ZONE_product_0_name"/>
          <p:cNvSpPr txBox="1"/>
          <p:nvPr/>
        </p:nvSpPr>
        <p:spPr>
          <a:xfrm>
            <a:off x="1234439" y="6852300"/>
            <a:ext cx="4847234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ontserrat"/>
              </a:rPr>
              <a:t>Aqua Genius Rosario</a:t>
            </a:r>
          </a:p>
        </p:txBody>
      </p:sp>
      <p:sp>
        <p:nvSpPr>
          <p:cNvPr id="12" name="ZONE_product_0_price"/>
          <p:cNvSpPr txBox="1"/>
          <p:nvPr/>
        </p:nvSpPr>
        <p:spPr>
          <a:xfrm>
            <a:off x="6238036" y="6852300"/>
            <a:ext cx="2814523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200" b="1">
                <a:solidFill>
                  <a:srgbClr val="CC8A00"/>
                </a:solidFill>
                <a:latin typeface="Montserrat"/>
              </a:rPr>
              <a:t>$2.29/sq. ft.</a:t>
            </a:r>
          </a:p>
        </p:txBody>
      </p:sp>
      <p:sp>
        <p:nvSpPr>
          <p:cNvPr id="13" name="ZONE_product_1_name"/>
          <p:cNvSpPr txBox="1"/>
          <p:nvPr/>
        </p:nvSpPr>
        <p:spPr>
          <a:xfrm>
            <a:off x="1234439" y="7388748"/>
            <a:ext cx="4847234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ontserrat"/>
              </a:rPr>
              <a:t>Copper Summit 12x24</a:t>
            </a:r>
          </a:p>
        </p:txBody>
      </p:sp>
      <p:sp>
        <p:nvSpPr>
          <p:cNvPr id="14" name="ZONE_product_1_price"/>
          <p:cNvSpPr txBox="1"/>
          <p:nvPr/>
        </p:nvSpPr>
        <p:spPr>
          <a:xfrm>
            <a:off x="6238036" y="7388748"/>
            <a:ext cx="2814523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200" b="1">
                <a:solidFill>
                  <a:srgbClr val="CC8A00"/>
                </a:solidFill>
                <a:latin typeface="Montserrat"/>
              </a:rPr>
              <a:t>$1.99/sq. ft.</a:t>
            </a:r>
          </a:p>
        </p:txBody>
      </p:sp>
      <p:sp>
        <p:nvSpPr>
          <p:cNvPr id="15" name="ZONE_product_2_name"/>
          <p:cNvSpPr txBox="1"/>
          <p:nvPr/>
        </p:nvSpPr>
        <p:spPr>
          <a:xfrm>
            <a:off x="1234439" y="7925196"/>
            <a:ext cx="4847234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ontserrat"/>
              </a:rPr>
              <a:t>Verraterra Ash</a:t>
            </a:r>
          </a:p>
        </p:txBody>
      </p:sp>
      <p:sp>
        <p:nvSpPr>
          <p:cNvPr id="16" name="ZONE_product_2_price"/>
          <p:cNvSpPr txBox="1"/>
          <p:nvPr/>
        </p:nvSpPr>
        <p:spPr>
          <a:xfrm>
            <a:off x="6238036" y="7925196"/>
            <a:ext cx="2814523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200" b="1">
                <a:solidFill>
                  <a:srgbClr val="CC8A00"/>
                </a:solidFill>
                <a:latin typeface="Montserrat"/>
              </a:rPr>
              <a:t>$2.79/sq. 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