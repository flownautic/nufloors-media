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band"/>
          <p:cNvSpPr/>
          <p:nvPr/>
        </p:nvSpPr>
        <p:spPr>
          <a:xfrm>
            <a:off x="0" y="0"/>
            <a:ext cx="10287000" cy="3316224"/>
          </a:xfrm>
          <a:prstGeom prst="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ONE_cta_block"/>
          <p:cNvSpPr/>
          <p:nvPr/>
        </p:nvSpPr>
        <p:spPr>
          <a:xfrm>
            <a:off x="1234439" y="13565773"/>
            <a:ext cx="7818119" cy="1646682"/>
          </a:xfrm>
          <a:prstGeom prst="round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ONE_headline"/>
          <p:cNvSpPr txBox="1"/>
          <p:nvPr/>
        </p:nvSpPr>
        <p:spPr>
          <a:xfrm>
            <a:off x="1234439" y="1097280"/>
            <a:ext cx="7818119" cy="1121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80" b="1">
                <a:solidFill>
                  <a:srgbClr val="FFFFFF"/>
                </a:solidFill>
                <a:latin typeface="Montserrat"/>
              </a:rPr>
              <a:t>Fall Flooring</a:t>
            </a:r>
          </a:p>
        </p:txBody>
      </p:sp>
      <p:sp>
        <p:nvSpPr>
          <p:cNvPr id="6" name="ZONE_fineprint"/>
          <p:cNvSpPr txBox="1"/>
          <p:nvPr/>
        </p:nvSpPr>
        <p:spPr>
          <a:xfrm>
            <a:off x="1234439" y="15761095"/>
            <a:ext cx="7818119" cy="33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75" b="0">
                <a:solidFill>
                  <a:srgbClr val="63666A"/>
                </a:solidFill>
                <a:latin typeface="Montserrat"/>
              </a:rPr>
              <a:t>Nufloors Langley | Langley, BC | Ends 2026-11-30</a:t>
            </a:r>
          </a:p>
        </p:txBody>
      </p:sp>
      <p:sp>
        <p:nvSpPr>
          <p:cNvPr id="7" name="ZONE_cta"/>
          <p:cNvSpPr txBox="1"/>
          <p:nvPr/>
        </p:nvSpPr>
        <p:spPr>
          <a:xfrm>
            <a:off x="1234439" y="13565773"/>
            <a:ext cx="7818119" cy="1646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20" b="1">
                <a:solidFill>
                  <a:srgbClr val="FFFFFF"/>
                </a:solidFill>
                <a:latin typeface="Montserrat"/>
              </a:rPr>
              <a:t>Shop the event at Nufloors</a:t>
            </a:r>
          </a:p>
          <a:p>
            <a:pPr algn="ctr"/>
            <a:r>
              <a:rPr sz="2820" b="1">
                <a:solidFill>
                  <a:srgbClr val="FFFFFF"/>
                </a:solidFill>
                <a:latin typeface="Montserrat"/>
              </a:rPr>
              <a:t>Langley.</a:t>
            </a:r>
          </a:p>
        </p:txBody>
      </p:sp>
      <p:sp>
        <p:nvSpPr>
          <p:cNvPr id="8" name="ZONE_subheadline"/>
          <p:cNvSpPr txBox="1"/>
          <p:nvPr/>
        </p:nvSpPr>
        <p:spPr>
          <a:xfrm>
            <a:off x="1234439" y="6684786"/>
            <a:ext cx="7818119" cy="108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97" b="0">
                <a:solidFill>
                  <a:srgbClr val="24135F"/>
                </a:solidFill>
                <a:latin typeface="Montserrat"/>
              </a:rPr>
              <a:t>A beautiful new floor can make</a:t>
            </a:r>
          </a:p>
          <a:p>
            <a:pPr algn="l"/>
            <a:r>
              <a:rPr sz="3697" b="0">
                <a:solidFill>
                  <a:srgbClr val="24135F"/>
                </a:solidFill>
                <a:latin typeface="Montserrat"/>
              </a:rPr>
              <a:t>every room feel more like home.</a:t>
            </a:r>
          </a:p>
        </p:txBody>
      </p:sp>
      <p:sp>
        <p:nvSpPr>
          <p:cNvPr id="9" name="ZONE_product_0_name"/>
          <p:cNvSpPr txBox="1"/>
          <p:nvPr/>
        </p:nvSpPr>
        <p:spPr>
          <a:xfrm>
            <a:off x="1234439" y="8587867"/>
            <a:ext cx="4847234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51" b="1">
                <a:solidFill>
                  <a:srgbClr val="24135F"/>
                </a:solidFill>
                <a:latin typeface="Montserrat"/>
              </a:rPr>
              <a:t>Trailwood</a:t>
            </a:r>
          </a:p>
        </p:txBody>
      </p:sp>
      <p:sp>
        <p:nvSpPr>
          <p:cNvPr id="10" name="ZONE_product_0_price"/>
          <p:cNvSpPr txBox="1"/>
          <p:nvPr/>
        </p:nvSpPr>
        <p:spPr>
          <a:xfrm>
            <a:off x="6238036" y="8587867"/>
            <a:ext cx="2814523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551" b="1">
                <a:solidFill>
                  <a:srgbClr val="24135F"/>
                </a:solidFill>
                <a:latin typeface="Montserrat"/>
              </a:rPr>
              <a:t>$3.69/sq. ft.</a:t>
            </a:r>
          </a:p>
        </p:txBody>
      </p:sp>
      <p:sp>
        <p:nvSpPr>
          <p:cNvPr id="11" name="ZONE_product_1_name"/>
          <p:cNvSpPr txBox="1"/>
          <p:nvPr/>
        </p:nvSpPr>
        <p:spPr>
          <a:xfrm>
            <a:off x="1234439" y="9368154"/>
            <a:ext cx="4847234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51" b="1">
                <a:solidFill>
                  <a:srgbClr val="24135F"/>
                </a:solidFill>
                <a:latin typeface="Montserrat"/>
              </a:rPr>
              <a:t>Colossus</a:t>
            </a:r>
          </a:p>
        </p:txBody>
      </p:sp>
      <p:sp>
        <p:nvSpPr>
          <p:cNvPr id="12" name="ZONE_product_1_price"/>
          <p:cNvSpPr txBox="1"/>
          <p:nvPr/>
        </p:nvSpPr>
        <p:spPr>
          <a:xfrm>
            <a:off x="6238036" y="9368154"/>
            <a:ext cx="2814523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551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  <p:sp>
        <p:nvSpPr>
          <p:cNvPr id="13" name="ZONE_product_2_name"/>
          <p:cNvSpPr txBox="1"/>
          <p:nvPr/>
        </p:nvSpPr>
        <p:spPr>
          <a:xfrm>
            <a:off x="1234439" y="10148442"/>
            <a:ext cx="4847234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51" b="1">
                <a:solidFill>
                  <a:srgbClr val="24135F"/>
                </a:solidFill>
                <a:latin typeface="Montserrat"/>
              </a:rPr>
              <a:t>Provincial Plank</a:t>
            </a:r>
          </a:p>
        </p:txBody>
      </p:sp>
      <p:sp>
        <p:nvSpPr>
          <p:cNvPr id="14" name="ZONE_product_2_price"/>
          <p:cNvSpPr txBox="1"/>
          <p:nvPr/>
        </p:nvSpPr>
        <p:spPr>
          <a:xfrm>
            <a:off x="6238036" y="10148442"/>
            <a:ext cx="2814523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551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