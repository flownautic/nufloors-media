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0"/>
            <a:ext cx="10287000" cy="3120390"/>
          </a:xfrm>
          <a:prstGeom prst="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9591833"/>
            <a:ext cx="7818119" cy="1104423"/>
          </a:xfrm>
          <a:prstGeom prst="round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ONE_headline"/>
          <p:cNvSpPr txBox="1"/>
          <p:nvPr/>
        </p:nvSpPr>
        <p:spPr>
          <a:xfrm>
            <a:off x="1234439" y="771525"/>
            <a:ext cx="7818119" cy="1577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Clearance Prices,</a:t>
            </a:r>
          </a:p>
          <a:p>
            <a:pPr algn="l"/>
            <a:r>
              <a:rPr sz="5400" b="1">
                <a:solidFill>
                  <a:srgbClr val="000000"/>
                </a:solidFill>
                <a:latin typeface="Montserrat"/>
              </a:rPr>
              <a:t>While They Last</a:t>
            </a:r>
          </a:p>
        </p:txBody>
      </p:sp>
      <p:sp>
        <p:nvSpPr>
          <p:cNvPr id="6" name="ZONE_fineprint"/>
          <p:cNvSpPr txBox="1"/>
          <p:nvPr/>
        </p:nvSpPr>
        <p:spPr>
          <a:xfrm>
            <a:off x="1234439" y="11082020"/>
            <a:ext cx="7818119" cy="233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9C9E"/>
                </a:solidFill>
                <a:latin typeface="Montserrat"/>
              </a:rPr>
              <a:t>Nufloors Langley Outlet | Langley, BC | Ends 2026-09-30</a:t>
            </a:r>
          </a:p>
        </p:txBody>
      </p:sp>
      <p:sp>
        <p:nvSpPr>
          <p:cNvPr id="7" name="ZONE_cta"/>
          <p:cNvSpPr txBox="1"/>
          <p:nvPr/>
        </p:nvSpPr>
        <p:spPr>
          <a:xfrm>
            <a:off x="1234439" y="9591833"/>
            <a:ext cx="7818119" cy="11044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Montserrat"/>
              </a:rPr>
              <a:t>Get in before it sells out</a:t>
            </a:r>
          </a:p>
        </p:txBody>
      </p:sp>
      <p:sp>
        <p:nvSpPr>
          <p:cNvPr id="8" name="ZONE_subheadline"/>
          <p:cNvSpPr txBox="1"/>
          <p:nvPr/>
        </p:nvSpPr>
        <p:spPr>
          <a:xfrm>
            <a:off x="1234439" y="5311140"/>
            <a:ext cx="7818119" cy="379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ontserrat"/>
              </a:rPr>
              <a:t>Cash and carry. When it is gone, it is gone.</a:t>
            </a:r>
          </a:p>
        </p:txBody>
      </p:sp>
      <p:sp>
        <p:nvSpPr>
          <p:cNvPr id="9" name="ZONE_product_0_name"/>
          <p:cNvSpPr txBox="1"/>
          <p:nvPr/>
        </p:nvSpPr>
        <p:spPr>
          <a:xfrm>
            <a:off x="1234439" y="6269513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Aqua Genius Rosario</a:t>
            </a:r>
          </a:p>
        </p:txBody>
      </p:sp>
      <p:sp>
        <p:nvSpPr>
          <p:cNvPr id="10" name="ZONE_product_0_price"/>
          <p:cNvSpPr txBox="1"/>
          <p:nvPr/>
        </p:nvSpPr>
        <p:spPr>
          <a:xfrm>
            <a:off x="6238036" y="6269513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$2.29/sq. ft.</a:t>
            </a:r>
          </a:p>
        </p:txBody>
      </p:sp>
      <p:sp>
        <p:nvSpPr>
          <p:cNvPr id="11" name="ZONE_product_1_name"/>
          <p:cNvSpPr txBox="1"/>
          <p:nvPr/>
        </p:nvSpPr>
        <p:spPr>
          <a:xfrm>
            <a:off x="1234439" y="6818153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Copper Summit 12x24</a:t>
            </a:r>
          </a:p>
        </p:txBody>
      </p:sp>
      <p:sp>
        <p:nvSpPr>
          <p:cNvPr id="12" name="ZONE_product_1_price"/>
          <p:cNvSpPr txBox="1"/>
          <p:nvPr/>
        </p:nvSpPr>
        <p:spPr>
          <a:xfrm>
            <a:off x="6238036" y="6818153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$1.99/sq. ft.</a:t>
            </a:r>
          </a:p>
        </p:txBody>
      </p:sp>
      <p:sp>
        <p:nvSpPr>
          <p:cNvPr id="13" name="ZONE_product_2_name"/>
          <p:cNvSpPr txBox="1"/>
          <p:nvPr/>
        </p:nvSpPr>
        <p:spPr>
          <a:xfrm>
            <a:off x="1234439" y="7366793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Verraterra Ash</a:t>
            </a:r>
          </a:p>
        </p:txBody>
      </p:sp>
      <p:sp>
        <p:nvSpPr>
          <p:cNvPr id="14" name="ZONE_product_2_price"/>
          <p:cNvSpPr txBox="1"/>
          <p:nvPr/>
        </p:nvSpPr>
        <p:spPr>
          <a:xfrm>
            <a:off x="6238036" y="7366793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CC8A00"/>
                </a:solidFill>
                <a:latin typeface="Montserrat"/>
              </a:rPr>
              <a:t>$2.79/sq.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